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384048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COLLEGE HACKATHON 2026 • THEME 1 (AI-04)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4F46E5"/>
                </a:solidFill>
              </a:defRPr>
            </a:pPr>
            <a:r>
              <a:t>JobShield AI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Autonomous Multi-Layer Verification Engine for Local Job Scams &amp; Vacancies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Presented by Team Parakram (5 Members) • Protecting students and job seekers against fraudulent digital employment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PRESENTATION ROADMAP &amp; TOPICS COVERED: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3246120"/>
            <a:ext cx="50292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0040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The Epidemic: Campus Job Scams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Rising student victimization, ₹1,850 Cr+ national loss, and deposit traps.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06324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4568" y="3246120"/>
            <a:ext cx="50292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320040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Our Solution: 4 Pillars of Defense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Omni-input vision, heuristic rule audits, live OSINT, and explainable trust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306324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4" y="3246120"/>
            <a:ext cx="50292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320040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System Pipeline &amp; Flowchart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Under-the-hood FastAPI architecture, Gemini Vision OCR, and verification layers.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4937760"/>
            <a:ext cx="50292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9204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Beyond Generic Chatbots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Why asking ChatGPT fails: Live WHOIS DNS checks and Google Places geo-auditing.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47548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4937760"/>
            <a:ext cx="50292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89204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Live Test Bench &amp; Demonstrations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Side-by-side comparison: 94% threat Telegram task vs. 96% authentic campus hiring.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7548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3024" y="4937760"/>
            <a:ext cx="50292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489204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Civic Scalability &amp; Roadmap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Integration with National Cyber Crime Portal 1930 and college TPO portals.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Epidemic: Job &amp; Task Scams on Campus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9728" cy="14630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Upfront Deposit Extortion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Students coerced into paying ₹500 - ₹5,000 for 'registration', 'laptop dispatch', or 'interview kits'. Money vanishes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4389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109728" cy="1463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Telegram / WhatsApp Task Scams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'Earn ₹3,000/day for liking YouTube videos'. Uses micro-payouts to build false trust before freezing lakhs in fraudulent portal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4389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9728" cy="1463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Local Vacancy Blindspot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Street flyers on coaching walls and unverified local walk-ins lack registered corporate footprints, leaving victims with zero recourse.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463040"/>
            <a:ext cx="6126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blem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54480"/>
            <a:ext cx="5943600" cy="2364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JobShield AI: 4 Pillars of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1460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1828800"/>
            <a:ext cx="1143000" cy="11430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148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Omni-Input Vision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Extracts structured text from physical posters, WhatsApp chats, and PDF offer letters using Gemini Vision + EasyOCR without manual typing.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463040"/>
            <a:ext cx="2514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1463040"/>
            <a:ext cx="251460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51376" y="1828800"/>
            <a:ext cx="1143000" cy="114300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3154680"/>
            <a:ext cx="2148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Heuristic Audit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Scans for extortion red flags: security deposits, interview kit charges, urgency triggers, and impossible pay-to-work ratios.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2514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463040"/>
            <a:ext cx="25146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85432" y="1828800"/>
            <a:ext cx="1143000" cy="114300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154680"/>
            <a:ext cx="2148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Live OSINT Checks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Inspects live DNS with WHOIS to catch newly minted scam domains (&lt; 30 days old) and verifies physical shop/office addresses on Google Places.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463040"/>
            <a:ext cx="2514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33688" y="1463040"/>
            <a:ext cx="251460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9488" y="1828800"/>
            <a:ext cx="1143000" cy="1143000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3154680"/>
            <a:ext cx="2148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Trust Score &amp; Report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Provides a comprehensive 0-100% Trust Index with clear evidence badges and a 1-click Cyber Crime reporting template (Portal 1930).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Engineering &amp;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23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645920"/>
            <a:ext cx="868680" cy="86868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INGESTION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User Upload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WhatsApp Screenshot</a:t>
            </a:r>
            <a:br/>
            <a:r>
              <a:t>Street Poster Photo</a:t>
            </a:r>
            <a:br/>
            <a:r>
              <a:t>PDF Offer Letter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3774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23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1645920"/>
            <a:ext cx="868680" cy="86868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VISION &amp; OCR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Gemini 1.5 API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Multimodal Extraction</a:t>
            </a:r>
            <a:br/>
            <a:r>
              <a:t>Company &amp; VPA Handles</a:t>
            </a:r>
            <a:br/>
            <a:r>
              <a:t>Salary &amp; Contact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3774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423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95160" y="1645920"/>
            <a:ext cx="868680" cy="86868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FASTAPI ENGINE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Tri-Tier Audit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Heuristic Rule Regex</a:t>
            </a:r>
            <a:br/>
            <a:r>
              <a:t>WHOIS Domain Age</a:t>
            </a:r>
            <a:br/>
            <a:r>
              <a:t>Google Places 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774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463040"/>
            <a:ext cx="2423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38360" y="1645920"/>
            <a:ext cx="868680" cy="868680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56032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TRUST REPORT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Output Delivery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0-100% Trust Meter</a:t>
            </a:r>
            <a:br/>
            <a:r>
              <a:t>Red Flag Breakdown</a:t>
            </a:r>
            <a:br/>
            <a:r>
              <a:t>1930 Complaint Draft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107259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CORE ARCHITECTURAL STACK &amp; COMPONENT INTEGRATION: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Frontend (Lightweight &amp; Instant)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Vanilla HTML5 / Modern CSS Grid / ES6 JS. Zero build compilation, loaded in &lt;200ms on any mobile or desktop browser.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7548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Backend &amp; Intelligence Engine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Python FastAPI (Asynchronous), Google Gemini 1.5 Flash Vision for OCR, and Python-WHOIS DNS inspection library.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47548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Outreach &amp; Civic Integration</a:t>
            </a:r>
          </a:p>
          <a:p>
            <a:pPr>
              <a:defRPr sz="880">
                <a:solidFill>
                  <a:srgbClr val="475569"/>
                </a:solidFill>
              </a:defRPr>
            </a:pPr>
            <a:r>
              <a:t>python-telegram-bot for instant message forwarding, plus pre-formatted reporting templates for National Cyber Portal 1930.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Asking ChatGPT or a Generic Chatbot Fails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59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59352"/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Verification Capability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Asking ChatGPT / Generic LLM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JobShield AI (Our Solution)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F172A"/>
                          </a:solidFill>
                        </a:defRPr>
                      </a:pPr>
                      <a:r>
                        <a:t>Live Domain Age (WHOIS)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❌ Blind - Cannot query live DNS records. Completely misses domains registered 2 days ago.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✅ Live Query - Flags domains registered &lt; 30 days instantly with 50% trust penalty.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F172A"/>
                          </a:solidFill>
                        </a:defRPr>
                      </a:pPr>
                      <a:r>
                        <a:t>Physical Address Verification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❌ Hallucinates fake validation for non-existent shops and coaching centers.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✅ Google Places API - Cross-verifies physical shop / office coordinates on map.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F172A"/>
                          </a:solidFill>
                        </a:defRPr>
                      </a:pPr>
                      <a:r>
                        <a:t>Free Email Spoofing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⚠️ Weak - Overlooks @gmail.com or @yahoo.com claiming to be corporate HR.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✅ Strict Enforcement - Demotes trust score by 50% for free mail providers.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F172A"/>
                          </a:solidFill>
                        </a:defRPr>
                      </a:pPr>
                      <a:r>
                        <a:t>Street Flyer / Image OCR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❌ Tedious - Requires user to transcribe entire flyer manually into prompt.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✅ Native Vision - Upload raw camera photo of posters without manual typing.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F172A"/>
                          </a:solidFill>
                        </a:defRPr>
                      </a:pPr>
                      <a:r>
                        <a:t>Mobile Chatbot Forwarding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❌ None - Requires user to log into website interface.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0F172A"/>
                          </a:solidFill>
                        </a:defRPr>
                      </a:pPr>
                      <a:r>
                        <a:t>✅ 1-Click - Forward messages straight to Telegram bot for instant verdict.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Demonstration &amp; Test Bench (Real-World Audits)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m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846320" cy="3069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JobShield AI Detected Threat Indicators: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🚩 Upfront Extortion: Demands Rs. 499 deposit before work begins.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🚩 Impossible Wage Ratio: Rs. 5,000/day for casual video clicks.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🚩 Anonymous Routing: Directs students to Telegram instead of domain.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git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846320" cy="3069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JobShield AI Verified Safety Metrics: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🛡️ Established Domain Authority: tcs.com registered &gt; 25 years ago.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🛡️ Zero Fee Policy: Explicit disclaimer against monetary demands.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🛡️ Official Corporate Gateway: Directs to standard NextStep portal.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THEME 1: AI &amp; SMART SOLUTIONS | CODE: AI-04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Future Roadmap &amp; Civic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0712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🏛️ Cyber Cell 1930 Sync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Auto-generate pre-filled police complaint reports formatted according to National Cyber Crime Reporting Portal guidelines, containing extracted transaction handles and timestamps.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10712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👥 Crowdsourced Fraud Blacklist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 peer-vetted community registry allowing students across universities to report recurring scammer UPI IDs, phone numbers, and WhatsApp recruiter handles.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10712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🎓 College TPO Bulletin Widget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 lightweight browser extension that automatically verifies off-campus hiring drives and internship alerts posted on college WhatsApp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5912" cy="13716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F46E5"/>
                </a:solidFill>
              </a:defRPr>
            </a:pPr>
            <a:r>
              <a:t>Thank You! We are Ready for Q&amp;A.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JobShield AI — Securing Student Careers Against Digital Employment Extortion.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