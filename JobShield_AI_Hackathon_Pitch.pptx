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5" d="100"/>
          <a:sy n="85" d="100"/>
        </p:scale>
        <p:origin x="49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594360"/>
            <a:ext cx="3840480" cy="365760"/>
          </a:xfrm>
          <a:prstGeom prst="roundRect">
            <a:avLst/>
          </a:prstGeom>
          <a:solidFill>
            <a:srgbClr val="EEF2FF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4F46E5"/>
                </a:solidFill>
              </a:defRPr>
            </a:pPr>
            <a:r>
              <a:t>COLLEGE HACKATHON 2026 • THEME 1 (AI-04)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4F46E5"/>
                </a:solidFill>
              </a:defRPr>
            </a:pPr>
            <a:r>
              <a:t>JobShield AI</a:t>
            </a:r>
          </a:p>
          <a:p>
            <a:pPr>
              <a:defRPr sz="1800" b="1">
                <a:solidFill>
                  <a:srgbClr val="0F172A"/>
                </a:solidFill>
              </a:defRPr>
            </a:pPr>
            <a:r>
              <a:t>Autonomous Multi-Layer Verification Engine for Local Job Scams &amp; Vacancies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Presented by Team Parakram (5 Members) • Protecting students and job seekers against fraudulent digital employment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PRESENTATION ROADMAP &amp; TOPICS COVERED: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63240"/>
            <a:ext cx="34290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96112" y="3246120"/>
            <a:ext cx="502920" cy="365760"/>
          </a:xfrm>
          <a:prstGeom prst="roundRect">
            <a:avLst/>
          </a:prstGeom>
          <a:solidFill>
            <a:srgbClr val="EEF2FF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F46E5"/>
                </a:solidFill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3200400"/>
            <a:ext cx="25603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The Epidemic: Campus Job Scams</a:t>
            </a:r>
          </a:p>
          <a:p>
            <a:pPr>
              <a:defRPr sz="880">
                <a:solidFill>
                  <a:srgbClr val="475569"/>
                </a:solidFill>
              </a:defRPr>
            </a:pPr>
            <a:r>
              <a:t>Rising student victimization, ₹1,850 Cr+ national loss, and deposit traps.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3063240"/>
            <a:ext cx="34290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544568" y="3246120"/>
            <a:ext cx="502920" cy="365760"/>
          </a:xfrm>
          <a:prstGeom prst="roundRect">
            <a:avLst/>
          </a:prstGeom>
          <a:solidFill>
            <a:srgbClr val="EEF2FF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F46E5"/>
                </a:solidFill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57216" y="3200400"/>
            <a:ext cx="25603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Our Solution: 4 Pillars of Defense</a:t>
            </a:r>
          </a:p>
          <a:p>
            <a:pPr>
              <a:defRPr sz="880">
                <a:solidFill>
                  <a:srgbClr val="475569"/>
                </a:solidFill>
              </a:defRPr>
            </a:pPr>
            <a:r>
              <a:t>Omni-input vision, heuristic rule audits, live OSINT, and explainable trust index.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2" y="3063240"/>
            <a:ext cx="34290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193024" y="3246120"/>
            <a:ext cx="502920" cy="365760"/>
          </a:xfrm>
          <a:prstGeom prst="roundRect">
            <a:avLst/>
          </a:prstGeom>
          <a:solidFill>
            <a:srgbClr val="EEF2FF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F46E5"/>
                </a:solidFill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05672" y="3200400"/>
            <a:ext cx="25603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System Pipeline &amp; Flowchart</a:t>
            </a:r>
          </a:p>
          <a:p>
            <a:pPr>
              <a:defRPr sz="880">
                <a:solidFill>
                  <a:srgbClr val="475569"/>
                </a:solidFill>
              </a:defRPr>
            </a:pPr>
            <a:r>
              <a:t>Under-the-hood FastAPI architecture, Gemini Vision OCR, and verification layers.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754880"/>
            <a:ext cx="34290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96112" y="4937760"/>
            <a:ext cx="502920" cy="365760"/>
          </a:xfrm>
          <a:prstGeom prst="roundRect">
            <a:avLst/>
          </a:prstGeom>
          <a:solidFill>
            <a:srgbClr val="EEF2FF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F46E5"/>
                </a:solidFill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892040"/>
            <a:ext cx="25603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Beyond Generic Chatbots</a:t>
            </a:r>
          </a:p>
          <a:p>
            <a:pPr>
              <a:defRPr sz="880">
                <a:solidFill>
                  <a:srgbClr val="475569"/>
                </a:solidFill>
              </a:defRPr>
            </a:pPr>
            <a:r>
              <a:t>Why asking ChatGPT fails: Live WHOIS DNS checks and Google Places geo-auditing.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79976" y="4754880"/>
            <a:ext cx="34290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4544568" y="4937760"/>
            <a:ext cx="502920" cy="365760"/>
          </a:xfrm>
          <a:prstGeom prst="roundRect">
            <a:avLst/>
          </a:prstGeom>
          <a:solidFill>
            <a:srgbClr val="EEF2FF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F46E5"/>
                </a:solidFill>
              </a:defRPr>
            </a:pPr>
            <a: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7216" y="4892040"/>
            <a:ext cx="25603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Live Test Bench &amp; Demonstrations</a:t>
            </a:r>
          </a:p>
          <a:p>
            <a:pPr>
              <a:defRPr sz="880">
                <a:solidFill>
                  <a:srgbClr val="475569"/>
                </a:solidFill>
              </a:defRPr>
            </a:pPr>
            <a:r>
              <a:t>Side-by-side comparison: 94% threat Telegram task vs. 96% authentic campus hiring.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28432" y="4754880"/>
            <a:ext cx="34290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193024" y="4937760"/>
            <a:ext cx="502920" cy="365760"/>
          </a:xfrm>
          <a:prstGeom prst="roundRect">
            <a:avLst/>
          </a:prstGeom>
          <a:solidFill>
            <a:srgbClr val="EEF2FF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F46E5"/>
                </a:solidFill>
              </a:defRPr>
            </a:pPr>
            <a: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05672" y="4892040"/>
            <a:ext cx="25603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Civic Scalability &amp; Roadmap</a:t>
            </a:r>
          </a:p>
          <a:p>
            <a:pPr>
              <a:defRPr sz="880">
                <a:solidFill>
                  <a:srgbClr val="475569"/>
                </a:solidFill>
              </a:defRPr>
            </a:pPr>
            <a:r>
              <a:t>Integration with National Cyber Crime Portal 1930 and college TPO portals.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THEME 1: AI &amp; SMART SOLUTIONS | CODE: AI-04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The Epidemic: Job &amp; Task Scams on Campus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438912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9728" cy="1463040"/>
          </a:xfrm>
          <a:prstGeom prst="round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600200"/>
            <a:ext cx="4069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Upfront Deposit Extortion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Students coerced into paying ₹500 - ₹5,000 for 'registration', 'laptop dispatch', or 'interview kits'. Money vanishes immediately.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63240"/>
            <a:ext cx="438912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31520" y="3063240"/>
            <a:ext cx="109728" cy="146304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3200400"/>
            <a:ext cx="4069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Telegram / WhatsApp Task Scams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'Earn ₹3,000/day for liking YouTube videos'. Uses micro-payouts to build false trust before freezing lakhs in fraudulent portal accounts.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63440"/>
            <a:ext cx="438912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31520" y="4663440"/>
            <a:ext cx="109728" cy="146304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20" y="4800600"/>
            <a:ext cx="4069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The Local Vacancy Blindspot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Street flyers on coaching walls and unverified local walk-ins lack registered corporate footprints, leaving victims with zero recourse.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0" y="1463040"/>
            <a:ext cx="612648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problem_ch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7030" y="2585437"/>
            <a:ext cx="5943600" cy="236406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THEME 1: AI &amp; SMART SOLUTIONS | CODE: AI-04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JobShield AI: 4 Pillars of Defense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1460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2514600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417320" y="1828800"/>
            <a:ext cx="1143000" cy="1143000"/>
          </a:xfrm>
          <a:prstGeom prst="ellipse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54680"/>
            <a:ext cx="2148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Omni-Input Vision</a:t>
            </a:r>
          </a:p>
          <a:p>
            <a:pPr algn="ctr">
              <a:defRPr sz="1000">
                <a:solidFill>
                  <a:srgbClr val="475569"/>
                </a:solidFill>
              </a:defRPr>
            </a:pPr>
            <a:r>
              <a:t>Extracts structured text from physical posters, WhatsApp chats, and PDF offer letters using Gemini Vision + EasyOCR without manual typing.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5576" y="1463040"/>
            <a:ext cx="251460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465576" y="1463040"/>
            <a:ext cx="2514600" cy="10972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151376" y="1828800"/>
            <a:ext cx="1143000" cy="1143000"/>
          </a:xfrm>
          <a:prstGeom prst="ellipse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48456" y="3154680"/>
            <a:ext cx="2148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Heuristic Audit</a:t>
            </a:r>
          </a:p>
          <a:p>
            <a:pPr algn="ctr">
              <a:defRPr sz="1000">
                <a:solidFill>
                  <a:srgbClr val="475569"/>
                </a:solidFill>
              </a:defRPr>
            </a:pPr>
            <a:r>
              <a:t>Scans for extortion red flags: security deposits, interview kit charges, urgency triggers, and impossible pay-to-work ratios.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463040"/>
            <a:ext cx="251460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99632" y="1463040"/>
            <a:ext cx="2514600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885432" y="1828800"/>
            <a:ext cx="1143000" cy="1143000"/>
          </a:xfrm>
          <a:prstGeom prst="ellipse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3154680"/>
            <a:ext cx="2148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Live OSINT Checks</a:t>
            </a:r>
          </a:p>
          <a:p>
            <a:pPr algn="ctr">
              <a:defRPr sz="1000">
                <a:solidFill>
                  <a:srgbClr val="475569"/>
                </a:solidFill>
              </a:defRPr>
            </a:pPr>
            <a:r>
              <a:t>Inspects live DNS with WHOIS to catch newly minted scam domains (&lt; 30 days old) and verifies physical shop/office addresses on Google Places.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33688" y="1463040"/>
            <a:ext cx="251460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933688" y="1463040"/>
            <a:ext cx="2514600" cy="10972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9619488" y="1828800"/>
            <a:ext cx="1143000" cy="1143000"/>
          </a:xfrm>
          <a:prstGeom prst="ellipse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16568" y="3154680"/>
            <a:ext cx="2148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Trust Score &amp; Report</a:t>
            </a:r>
          </a:p>
          <a:p>
            <a:pPr algn="ctr">
              <a:defRPr sz="1000">
                <a:solidFill>
                  <a:srgbClr val="475569"/>
                </a:solidFill>
              </a:defRPr>
            </a:pPr>
            <a:r>
              <a:t>Provides a comprehensive 0-100% Trust Index with clear evidence badges and a 1-click Cyber Crime reporting template (Portal 1930).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THEME 1: AI &amp; SMART SOLUTIONS | CODE: AI-04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System Engineering &amp; End-to-End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42316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508760" y="1645920"/>
            <a:ext cx="868680" cy="868680"/>
          </a:xfrm>
          <a:prstGeom prst="ellipse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60320"/>
            <a:ext cx="2148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F46E5"/>
                </a:solidFill>
              </a:defRPr>
            </a:pPr>
            <a:r>
              <a:t>INGESTION</a:t>
            </a:r>
          </a:p>
          <a:p>
            <a:pPr algn="ctr">
              <a:defRPr sz="950" b="1">
                <a:solidFill>
                  <a:srgbClr val="0F172A"/>
                </a:solidFill>
              </a:defRPr>
            </a:pPr>
            <a:r>
              <a:t>User Upload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WhatsApp Screenshot</a:t>
            </a:r>
            <a:br/>
            <a:r>
              <a:t>Street Poster Photo</a:t>
            </a:r>
            <a:br/>
            <a:r>
              <a:t>PDF Offer Letter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377440"/>
            <a:ext cx="320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4F46E5"/>
                </a:solidFill>
              </a:defRPr>
            </a:pPr>
            <a:r>
              <a:t>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463040"/>
            <a:ext cx="242316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251960" y="1645920"/>
            <a:ext cx="868680" cy="868680"/>
          </a:xfrm>
          <a:prstGeom prst="ellipse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560320"/>
            <a:ext cx="2148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VISION &amp; OCR</a:t>
            </a:r>
          </a:p>
          <a:p>
            <a:pPr algn="ctr">
              <a:defRPr sz="950" b="1">
                <a:solidFill>
                  <a:srgbClr val="0F172A"/>
                </a:solidFill>
              </a:defRPr>
            </a:pPr>
            <a:r>
              <a:t>Gemini 1.5 API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Multimodal Extraction</a:t>
            </a:r>
            <a:br/>
            <a:r>
              <a:t>Company &amp; VPA Handles</a:t>
            </a:r>
            <a:br/>
            <a:r>
              <a:t>Salary &amp; Contact Info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880" y="2377440"/>
            <a:ext cx="320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4F46E5"/>
                </a:solidFill>
              </a:defRPr>
            </a:pPr>
            <a:r>
              <a:t>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463040"/>
            <a:ext cx="242316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995160" y="1645920"/>
            <a:ext cx="868680" cy="868680"/>
          </a:xfrm>
          <a:prstGeom prst="ellipse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560320"/>
            <a:ext cx="2148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D97706"/>
                </a:solidFill>
              </a:defRPr>
            </a:pPr>
            <a:r>
              <a:t>FASTAPI ENGINE</a:t>
            </a:r>
          </a:p>
          <a:p>
            <a:pPr algn="ctr">
              <a:defRPr sz="950" b="1">
                <a:solidFill>
                  <a:srgbClr val="0F172A"/>
                </a:solidFill>
              </a:defRPr>
            </a:pPr>
            <a:r>
              <a:t>Tri-Tier Audit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Heuristic Rule Regex</a:t>
            </a:r>
            <a:br/>
            <a:r>
              <a:t>WHOIS Domain Age</a:t>
            </a:r>
            <a:br/>
            <a:r>
              <a:t>Google Places Maps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2377440"/>
            <a:ext cx="320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4F46E5"/>
                </a:solidFill>
              </a:defRPr>
            </a:pPr>
            <a:r>
              <a:t>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1463040"/>
            <a:ext cx="242316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738360" y="1645920"/>
            <a:ext cx="868680" cy="868680"/>
          </a:xfrm>
          <a:prstGeom prst="ellipse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560320"/>
            <a:ext cx="2148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59669"/>
                </a:solidFill>
              </a:defRPr>
            </a:pPr>
            <a:r>
              <a:t>TRUST REPORT</a:t>
            </a:r>
          </a:p>
          <a:p>
            <a:pPr algn="ctr">
              <a:defRPr sz="950" b="1">
                <a:solidFill>
                  <a:srgbClr val="0F172A"/>
                </a:solidFill>
              </a:defRPr>
            </a:pPr>
            <a:r>
              <a:t>Output Delivery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0-100% Trust Meter</a:t>
            </a:r>
            <a:br/>
            <a:r>
              <a:t>Red Flag Breakdown</a:t>
            </a:r>
            <a:br/>
            <a:r>
              <a:t>1930 Complaint Draft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297680"/>
            <a:ext cx="10725912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43891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CORE ARCHITECTURAL STACK &amp; COMPONENT INTEGRATION: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75488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Frontend (Lightweight &amp; Instant)</a:t>
            </a:r>
          </a:p>
          <a:p>
            <a:pPr>
              <a:defRPr sz="880">
                <a:solidFill>
                  <a:srgbClr val="475569"/>
                </a:solidFill>
              </a:defRPr>
            </a:pPr>
            <a:r>
              <a:t>Vanilla HTML5 / Modern CSS Grid / ES6 JS. Zero build compilation, loaded in &lt;200ms on any mobile or desktop browser.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75488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Backend &amp; Intelligence Engine</a:t>
            </a:r>
          </a:p>
          <a:p>
            <a:pPr>
              <a:defRPr sz="880">
                <a:solidFill>
                  <a:srgbClr val="475569"/>
                </a:solidFill>
              </a:defRPr>
            </a:pPr>
            <a:r>
              <a:t>Python FastAPI (Asynchronous), Google Gemini 1.5 Flash Vision for OCR, and Python-WHOIS DNS inspection library.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80" y="475488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Outreach &amp; Civic Integration</a:t>
            </a:r>
          </a:p>
          <a:p>
            <a:pPr>
              <a:defRPr sz="880">
                <a:solidFill>
                  <a:srgbClr val="475569"/>
                </a:solidFill>
              </a:defRPr>
            </a:pPr>
            <a:r>
              <a:t>python-telegram-bot for instant message forwarding, plus pre-formatted reporting templates for National Cyber Portal 1930.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THEME 1: AI &amp; SMART SOLUTIONS | CODE: AI-04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Why Asking ChatGPT or a Generic Chatbot Fails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10725912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593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4F46E5"/>
                          </a:solidFill>
                        </a:defRPr>
                      </a:pPr>
                      <a:r>
                        <a:t>Verification Capability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4F46E5"/>
                          </a:solidFill>
                        </a:defRPr>
                      </a:pPr>
                      <a:r>
                        <a:t>Asking ChatGPT / Generic LLM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4F46E5"/>
                          </a:solidFill>
                        </a:defRPr>
                      </a:pPr>
                      <a:r>
                        <a:t>JobShield AI (Our Solution)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980" b="1">
                          <a:solidFill>
                            <a:srgbClr val="0F172A"/>
                          </a:solidFill>
                        </a:defRPr>
                      </a:pPr>
                      <a:r>
                        <a:t>Live Domain Age (WHOIS)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80">
                          <a:solidFill>
                            <a:srgbClr val="0F172A"/>
                          </a:solidFill>
                        </a:defRPr>
                      </a:pPr>
                      <a:r>
                        <a:t>❌ Blind - Cannot query live DNS records. Completely misses domains registered 2 days ago.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80">
                          <a:solidFill>
                            <a:srgbClr val="0F172A"/>
                          </a:solidFill>
                        </a:defRPr>
                      </a:pPr>
                      <a:r>
                        <a:t>✅ Live Query - Flags domains registered &lt; 30 days instantly with 50% trust penalty.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980" b="1">
                          <a:solidFill>
                            <a:srgbClr val="0F172A"/>
                          </a:solidFill>
                        </a:defRPr>
                      </a:pPr>
                      <a:r>
                        <a:t>Physical Address Verification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80">
                          <a:solidFill>
                            <a:srgbClr val="0F172A"/>
                          </a:solidFill>
                        </a:defRPr>
                      </a:pPr>
                      <a:r>
                        <a:t>❌ Hallucinates fake validation for non-existent shops and coaching centers.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80">
                          <a:solidFill>
                            <a:srgbClr val="0F172A"/>
                          </a:solidFill>
                        </a:defRPr>
                      </a:pPr>
                      <a:r>
                        <a:t>✅ Google Places API - Cross-verifies physical shop / office coordinates on map.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980" b="1">
                          <a:solidFill>
                            <a:srgbClr val="0F172A"/>
                          </a:solidFill>
                        </a:defRPr>
                      </a:pPr>
                      <a:r>
                        <a:t>Free Email Spoofing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80">
                          <a:solidFill>
                            <a:srgbClr val="0F172A"/>
                          </a:solidFill>
                        </a:defRPr>
                      </a:pPr>
                      <a:r>
                        <a:t>⚠️ Weak - Overlooks @gmail.com or @yahoo.com claiming to be corporate HR.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80">
                          <a:solidFill>
                            <a:srgbClr val="0F172A"/>
                          </a:solidFill>
                        </a:defRPr>
                      </a:pPr>
                      <a:r>
                        <a:t>✅ Strict Enforcement - Demotes trust score by 50% for free mail providers.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980" b="1">
                          <a:solidFill>
                            <a:srgbClr val="0F172A"/>
                          </a:solidFill>
                        </a:defRPr>
                      </a:pPr>
                      <a:r>
                        <a:t>Street Flyer / Image OCR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80">
                          <a:solidFill>
                            <a:srgbClr val="0F172A"/>
                          </a:solidFill>
                        </a:defRPr>
                      </a:pPr>
                      <a:r>
                        <a:t>❌ Tedious - Requires user to transcribe entire flyer manually into prompt.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80">
                          <a:solidFill>
                            <a:srgbClr val="0F172A"/>
                          </a:solidFill>
                        </a:defRPr>
                      </a:pPr>
                      <a:r>
                        <a:t>✅ Native Vision - Upload raw camera photo of posters without manual typing.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980" b="1">
                          <a:solidFill>
                            <a:srgbClr val="0F172A"/>
                          </a:solidFill>
                        </a:defRPr>
                      </a:pPr>
                      <a:r>
                        <a:t>Mobile Chatbot Forwarding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80">
                          <a:solidFill>
                            <a:srgbClr val="0F172A"/>
                          </a:solidFill>
                        </a:defRPr>
                      </a:pPr>
                      <a:r>
                        <a:t>❌ None - Requires user to log into website interface.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80">
                          <a:solidFill>
                            <a:srgbClr val="0F172A"/>
                          </a:solidFill>
                        </a:defRPr>
                      </a:pPr>
                      <a:r>
                        <a:t>✅ 1-Click - Forward messages straight to Telegram bot for instant verdict.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THEME 1: AI &amp; SMART SOLUTIONS | CODE: AI-04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Live Demonstration &amp; Test Bench (Real-World Audits)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cam_m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49" y="1790671"/>
            <a:ext cx="4688541" cy="29694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" y="4924044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11D48"/>
                </a:solidFill>
              </a:defRPr>
            </a:pPr>
            <a:r>
              <a:rPr dirty="0" err="1"/>
              <a:t>JobShield</a:t>
            </a:r>
            <a:r>
              <a:rPr dirty="0"/>
              <a:t> AI Detected Threat Indicators: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rPr dirty="0"/>
              <a:t>🚩 Upfront Extortion: Demands </a:t>
            </a:r>
            <a:r>
              <a:rPr dirty="0" err="1"/>
              <a:t>Rs</a:t>
            </a:r>
            <a:r>
              <a:rPr dirty="0"/>
              <a:t>. 499 deposit before work begins.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rPr dirty="0"/>
              <a:t>🚩 Impossible Wage Ratio: </a:t>
            </a:r>
            <a:r>
              <a:rPr dirty="0" err="1"/>
              <a:t>Rs</a:t>
            </a:r>
            <a:r>
              <a:rPr dirty="0"/>
              <a:t>. 5,000/day for casual video clicks.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rPr dirty="0"/>
              <a:t>🚩 Anonymous Routing: Directs students to Telegram instead of domain.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legit_m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4590" y="1824140"/>
            <a:ext cx="4706471" cy="298076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0" y="4957572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59669"/>
                </a:solidFill>
              </a:defRPr>
            </a:pPr>
            <a:r>
              <a:rPr dirty="0" err="1"/>
              <a:t>JobShield</a:t>
            </a:r>
            <a:r>
              <a:rPr dirty="0"/>
              <a:t> AI Verified Safety Metrics: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rPr dirty="0"/>
              <a:t>🛡️ Established Domain Authority: tcs.com registered &gt; 25 years ago.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rPr dirty="0"/>
              <a:t>🛡️ Zero Fee Policy: Explicit disclaimer against monetary demands.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rPr dirty="0"/>
              <a:t>🛡️ Official Corporate Gateway: Directs to standard </a:t>
            </a:r>
            <a:r>
              <a:rPr dirty="0" err="1"/>
              <a:t>NextStep</a:t>
            </a:r>
            <a:r>
              <a:rPr dirty="0"/>
              <a:t> portal.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THEME 1: AI &amp; SMART SOLUTIONS | CODE: AI-04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Future Roadmap &amp; Civic Scalability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410712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r>
              <a:t>🏛️ Cyber Cell 1930 Sync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Auto-generate pre-filled police complaint reports formatted according to National Cyber Crime Reporting Portal guidelines, containing extracted transaction handles and timestamps.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554480"/>
            <a:ext cx="3410712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r>
              <a:t>👥 Crowdsourced Fraud Blacklist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A peer-vetted community registry allowing students across universities to report recurring scammer UPI IDs, phone numbers, and WhatsApp recruiter handles.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554480"/>
            <a:ext cx="3410712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r>
              <a:t>🎓 College TPO Bulletin Widget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A lightweight browser extension that automatically verifies off-campus hiring drives and internship alerts posted on college WhatsApp groups.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846320"/>
            <a:ext cx="10725912" cy="1371600"/>
          </a:xfrm>
          <a:prstGeom prst="roundRect">
            <a:avLst/>
          </a:prstGeom>
          <a:solidFill>
            <a:srgbClr val="EEF2FF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000" b="1">
                <a:solidFill>
                  <a:srgbClr val="4F46E5"/>
                </a:solidFill>
              </a:defRPr>
            </a:pPr>
            <a:r>
              <a:t>Thank You! We are Ready for Q&amp;A.</a:t>
            </a:r>
          </a:p>
          <a:p>
            <a:pPr algn="ctr">
              <a:defRPr sz="1100">
                <a:solidFill>
                  <a:srgbClr val="475569"/>
                </a:solidFill>
              </a:defRPr>
            </a:pPr>
            <a:r>
              <a:t>JobShield AI — Securing Student Careers Against Digital Employment Extortion.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C6C6C6"/>
      </a:dk1>
      <a:lt1>
        <a:sysClr val="window" lastClr="000000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</TotalTime>
  <Words>931</Words>
  <Application>Microsoft Office PowerPoint</Application>
  <PresentationFormat>Widescreen</PresentationFormat>
  <Paragraphs>113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acer</cp:lastModifiedBy>
  <cp:revision>3</cp:revision>
  <dcterms:created xsi:type="dcterms:W3CDTF">2013-01-27T09:14:16Z</dcterms:created>
  <dcterms:modified xsi:type="dcterms:W3CDTF">2026-10-23T18:13:49Z</dcterms:modified>
  <cp:category/>
</cp:coreProperties>
</file>