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3474720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COLLEGE HACKATHON 2026 • AI-04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4F46E5"/>
                </a:solidFill>
              </a:defRPr>
            </a:pPr>
            <a:r>
              <a:t>JobShield AI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Autonomous Multi-Layer Intelligence Engine for Local Job Scam Detection &amp; Vacancy Verification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Safeguarding students and freshers from fake offer letters, deposit fee traps, and predatory task scams.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ENGINEERED BY 5-MEMBER CORE TEAM: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886200"/>
            <a:ext cx="594360" cy="594360"/>
          </a:xfrm>
          <a:prstGeom prst="ellipse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4F46E5"/>
                </a:solidFill>
              </a:defRPr>
            </a:pPr>
            <a: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Member 1 (Lead)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AI Vision &amp; System Architecture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Gemini 1.5 Vision / LangChain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365760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36392" y="3886200"/>
            <a:ext cx="594360" cy="594360"/>
          </a:xfrm>
          <a:prstGeom prst="ellipse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4F46E5"/>
                </a:solidFill>
              </a:defRPr>
            </a:pPr>
            <a: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45720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Member 2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Backend &amp; Rule Engine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Python FastAPI / Security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04" y="365760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58384" y="3886200"/>
            <a:ext cx="594360" cy="594360"/>
          </a:xfrm>
          <a:prstGeom prst="ellipse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4F46E5"/>
                </a:solidFill>
              </a:defRPr>
            </a:pPr>
            <a: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45720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Member 3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OSINT &amp; DNS Auditor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WHOIS Protocol &amp; Google Places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365760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0376" y="3886200"/>
            <a:ext cx="594360" cy="594360"/>
          </a:xfrm>
          <a:prstGeom prst="ellipse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4F46E5"/>
                </a:solidFill>
              </a:defRPr>
            </a:pPr>
            <a:r>
              <a:t>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45720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Member 4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Frontend UI / UX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HTML5 / Modern JS / Threat Visuals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365760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02368" y="3886200"/>
            <a:ext cx="594360" cy="594360"/>
          </a:xfrm>
          <a:prstGeom prst="ellipse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4F46E5"/>
                </a:solidFill>
              </a:defRPr>
            </a:pPr>
            <a:r>
              <a:t>M5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45720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Member 5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Bot Interface &amp; QA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Telegram Bot API / Cyber Crime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Epidemic of Employment &amp; Job Scams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" cy="1417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Upfront Fee &amp; Deposit Extortion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Scammers pose as recruiters demanding ₹500 - ₹5,000 for 'registration', 'laptop delivery', or 'mandatory verification kit'. Money disappears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91440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Telegram &amp; WhatsApp Task Scams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'Earn ₹3,000/day for liking YouTube videos'. Exploits young students with small initial payouts before locking thousands in fake crypto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9144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73168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Local Vacancy Digital Void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Coaching notices, street flyers, and local walk-in postings operate in a total regulatory blindspot with zero public verifiability.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554480"/>
            <a:ext cx="61264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blem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5943600" cy="24304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JobShield AI: 4 Pillars of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146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20240"/>
            <a:ext cx="822960" cy="8229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2057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Omni-Input Vision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Extracts structured text from physical posters, WhatsApp chats, and PDF offer letters using Gemini Vision + EasyOCR without manual typing.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554480"/>
            <a:ext cx="25146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49040" y="1920240"/>
            <a:ext cx="822960" cy="8229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26080"/>
            <a:ext cx="2057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Heuristic Audit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Scans for extortion red flags: security deposits, interview kit charges, urgency triggers, and impossible pay-to-work ratios.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5146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920240"/>
            <a:ext cx="822960" cy="8229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2057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Live OSINT Checks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Inspects live DNS with WHOIS to catch newly minted scam domains (&lt; 30 days old) and verifies physical shop/office addresses on Google Places.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55448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554480"/>
            <a:ext cx="251460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1920240"/>
            <a:ext cx="822960" cy="8229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926080"/>
            <a:ext cx="2057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Explainable Score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Provides a comprehensive 0-100% Trust Index with clear evidence badges and a 1-click Cyber Crime reporting template (Portal 1930).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Engineering &amp;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231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Stage 1: Multi-Input Ingestion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Upload Poster / WhatsApp screenshot / Offer letter PDF or Telegram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246888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231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Stage 2: Vision &amp; Extraction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Gemini 1.5 Flash Vision / OCR parses salary, company, URL, email, and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46888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231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Stage 3: FastAPI Verification Engine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Tri-tier validation: Rule-based regex + WHOIS Domain Audit + Maps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6888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231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Stage 4: Trust Score &amp; Action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0-100% Trust Meter + Red flag badges + 1-Click Police complaint draft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72591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TECHNOLOGY STACK &amp; 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Frontend (Light &amp; Responsive)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Vanilla HTML5, Modern CSS Grid, Clean JavaScript. Zero build steps, instant load under 200ms.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7091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Backend &amp; AI Core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Python FastAPI (async), Google Gemini 1.5 Flash Vision API, Python-WHOIS DNS library.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091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Bot &amp; Civic Integrations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python-telegram-bot for mobile forwarding, Google Places API for address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Asking ChatGPT or a Generic Chatbot Fails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59352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Verification Capability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Asking ChatGPT / Generic LLM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JobShield AI (Our Solution)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Live Domain Age (WHOIS)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Blind - Cannot query live DNS records. Misses domains created 2 days ago.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✅ Live Query - Flags domains registered &lt; 30 days immediately.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Physical Address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Hallucinates fake validation for non-existent addresses.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✅ Google Places API - Cross-verifies physical shop / office coordinates.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Free Email Spoofing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⚠️ Weak - Ignores @gmail.com or @yahoo.com claiming to be corporate HR.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✅ Strict Enforcement - Demotes trust score by 50% for free mail providers.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Street Flyer / Image OCR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Tedious - Requires user to transcribe entire flyer manually.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✅ Native Vision - Upload raw photo taken from mobile camera directly.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Mobile Chatbot Forwarding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None - Requires user to log into web platform.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✅ 1-Click - Forward messages straight to Telegram bot for instant verdict.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Demonstration &amp; Test Bench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286000" cy="347472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⚠️ HIGH RISK SCAM (94%)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Sample Input (Telegram Task Offer):</a:t>
            </a:r>
          </a:p>
          <a:p>
            <a:pPr>
              <a:defRPr sz="1000" i="1">
                <a:solidFill>
                  <a:srgbClr val="475569"/>
                </a:solidFill>
              </a:defRPr>
            </a:pPr>
            <a:r>
              <a:t>"Earn ₹3,000 - ₹5,000/day by liking YouTube videos! Pay ₹499 security deposit (100% refundable with first salary). Contact HR on Telegram @earn_quick_india."</a:t>
            </a:r>
          </a:p>
          <a:p>
            <a:br/>
            <a:pPr>
              <a:defRPr sz="1100" b="1">
                <a:solidFill>
                  <a:srgbClr val="E11D48"/>
                </a:solidFill>
              </a:defRPr>
            </a:pPr>
            <a:r>
              <a:t>Detected Threat Indicators: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🚩 Upfront Extortion: Demands ₹499 deposit before work begins.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🚩 Impossible Wage Ratio: ₹5,000/day for casual video clicks.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🚩 Anonymous Channel: Routes candidates to Telegram instead of verified domain.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237744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✅ VERIFIED SAFE (96%)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Sample Input (Official Campus Placement):</a:t>
            </a:r>
          </a:p>
          <a:p>
            <a:pPr>
              <a:defRPr sz="1000" i="1">
                <a:solidFill>
                  <a:srgbClr val="475569"/>
                </a:solidFill>
              </a:defRPr>
            </a:pPr>
            <a:r>
              <a:t>"TCS National Qualifier Test 2026 for Batch 2026. Register exclusively on nextstep.tcs.com. No fee is charged at any point of recruitment. Official emails only from @tcs.com."</a:t>
            </a:r>
          </a:p>
          <a:p>
            <a:br/>
            <a:pPr>
              <a:defRPr sz="1100" b="1">
                <a:solidFill>
                  <a:srgbClr val="059669"/>
                </a:solidFill>
              </a:defRPr>
            </a:pPr>
            <a:r>
              <a:t>Verified Safety Metrics: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🛡️ Established Domain Authority: tcs.com registered &gt; 25 years ago.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🛡️ Zero Fee Policy: Explicit disclaimer against monetary demands.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🛡️ Official Corporate Gateway: Directs to standard NextStep portal.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Future Roadmap &amp; Civic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071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🏛️ Cyber Cell 1930 Integration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Auto-generate pre-filled police complaint reports formatted according to National Cyber Crime Reporting Portal guidelines, containing extracted transaction handles and timestamps.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071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👥 Crowdsourced Fraud Blacklist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 peer-vetted community registry allowing students across universities to report recurring scammer UPI IDs, phone numbers, and WhatsApp recruiter handles.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071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🎓 College TPO Bulletin Widget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 lightweight browser extension that automatically verifies off-campus hiring drives and internship alerts posted on college WhatsApp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5912" cy="13716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F46E5"/>
                </a:solidFill>
              </a:defRPr>
            </a:pPr>
            <a:r>
              <a:t>Thank You! We are Ready for Q&amp;A.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JobShield AI — Securing Student Careers Against Digital Employment Extortion.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